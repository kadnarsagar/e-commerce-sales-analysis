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8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83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72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50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86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7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832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09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7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42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2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5792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95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15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697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782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756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1FA8E-5B71-4CCE-AB76-4990BE51B0B4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83917-39BD-4925-AA8B-366618CED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04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  <p:sldLayoutId id="2147483988" r:id="rId16"/>
    <p:sldLayoutId id="21474839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4E70-90F9-4754-B2BB-EAB91DCA3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" y="1495424"/>
            <a:ext cx="4905375" cy="2971801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Candara" panose="020E0502030303020204" pitchFamily="34" charset="0"/>
              </a:rPr>
              <a:t>E – Commerce Sales Analysis Full Project</a:t>
            </a:r>
            <a:endParaRPr lang="en-IN" sz="5400" b="1" dirty="0">
              <a:solidFill>
                <a:schemeClr val="accent6">
                  <a:lumMod val="75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B9896-4AD9-4B9F-BECA-ED9539067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4" y="4257676"/>
            <a:ext cx="6829425" cy="704850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>
                <a:solidFill>
                  <a:srgbClr val="C00000"/>
                </a:solidFill>
                <a:latin typeface="Candara" panose="020E0502030303020204" pitchFamily="34" charset="0"/>
              </a:rPr>
              <a:t>FOR DATA ANALYST &amp; DATA SCIENCE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FAD3D-1C96-4F34-ACE8-A1B2B8A7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036" y="368341"/>
            <a:ext cx="5308727" cy="380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6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CB504-7FBB-4284-875F-F79B647A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550"/>
            <a:ext cx="1219200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7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F63AF-C199-4442-851F-2C414692C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625"/>
            <a:ext cx="1219200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0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82B98-24BD-48D8-A31D-05E2718D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12192000" cy="624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4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26FB-D4B3-4DF0-B62D-AD5729435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76376"/>
            <a:ext cx="10820400" cy="474231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You need to calculate the monthly sales of the store and identify which month had the highest sales and which month had the lowest sales.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You need to analyze sales based on product categories and determine which category has the lowest sales and which category has the highest sales.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The sales analysis needs to be done based on sub-categories 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You need to analyze the monthly profit from sales and determine which month had the highest profit.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Analyze the profit by category and sub-category.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Analyze the sales and profit by customer segment.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Analyze the sales to profit ratio.</a:t>
            </a:r>
            <a:endParaRPr lang="en-IN" sz="2400" b="1" dirty="0"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05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F6F8-76AD-442C-95F0-E0AB87FD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68" y="295275"/>
            <a:ext cx="10820399" cy="5457825"/>
          </a:xfrm>
        </p:spPr>
        <p:txBody>
          <a:bodyPr>
            <a:noAutofit/>
          </a:bodyPr>
          <a:lstStyle/>
          <a:p>
            <a:pPr algn="ctr"/>
            <a:r>
              <a:rPr lang="en-US" sz="20000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  <a:endParaRPr lang="en-IN" sz="20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4122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</TotalTime>
  <Words>118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Candara</vt:lpstr>
      <vt:lpstr>Century Gothic</vt:lpstr>
      <vt:lpstr>Vapor Trail</vt:lpstr>
      <vt:lpstr>E – Commerce Sales Analysis Full Project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– Commerce Sales Analysis Full Project</dc:title>
  <dc:creator>Sagar Kadnar</dc:creator>
  <cp:lastModifiedBy>Sagar Kadnar</cp:lastModifiedBy>
  <cp:revision>4</cp:revision>
  <dcterms:created xsi:type="dcterms:W3CDTF">2025-11-28T14:44:37Z</dcterms:created>
  <dcterms:modified xsi:type="dcterms:W3CDTF">2025-11-28T15:14:58Z</dcterms:modified>
</cp:coreProperties>
</file>